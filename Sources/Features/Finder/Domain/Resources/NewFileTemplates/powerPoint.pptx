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  <p:sldSz cx="9144000" cy="6858000" type="screen4x3"/>
  <p:notesSz cx="6858000" cy="9144000"/>
</p:presentation>
</file>